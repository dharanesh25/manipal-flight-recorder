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63" r:id="rId18"/>
    <p:sldId id="264" r:id="rId19"/>
    <p:sldId id="258" r:id="rId8"/>
    <p:sldId id="259" r:id="rId9"/>
    <p:sldId id="260" r:id="rId10"/>
    <p:sldId id="261" r:id="rId11"/>
    <p:sldId id="265" r:id="rId20"/>
    <p:sldId id="266" r:id="rId21"/>
    <p:sldId id="262" r:id="rId12"/>
  </p:sldIdLst>
  <p:sldSz cy="10287000" cx="18288000"/>
  <p:notesSz cx="6858000" cy="9144000"/>
  <p:embeddedFontLst>
    <p:embeddedFont>
      <p:font typeface="Playfair Display SemiBold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Rct6WhpjnLYkE824ii1GYaFHa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fairDisplaySemiBold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SemiBold-italic.fntdata"/><Relationship Id="rId14" Type="http://schemas.openxmlformats.org/officeDocument/2006/relationships/font" Target="fonts/PlayfairDisplaySemiBold-bold.fntdata"/><Relationship Id="rId17" Type="http://customschemas.google.com/relationships/presentationmetadata" Target="metadata"/><Relationship Id="rId16" Type="http://schemas.openxmlformats.org/officeDocument/2006/relationships/font" Target="fonts/PlayfairDisplay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  <Relationship Id="rId18" Type="http://schemas.openxmlformats.org/officeDocument/2006/relationships/slide" Target="slides/slide8.xml"/>
  <Relationship Id="rId19" Type="http://schemas.openxmlformats.org/officeDocument/2006/relationships/slide" Target="slides/slide9.xml"/>
  <Relationship Id="rId20" Type="http://schemas.openxmlformats.org/officeDocument/2006/relationships/slide" Target="slides/slide10.xml"/>
  <Relationship Id="rId21" Type="http://schemas.openxmlformats.org/officeDocument/2006/relationships/slide" Target="slides/slide11.xml"/>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6.png"/><Relationship Id="rId13" Type="http://schemas.openxmlformats.org/officeDocument/2006/relationships/image" Target="../media/image8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9" Type="http://schemas.openxmlformats.org/officeDocument/2006/relationships/image" Target="../media/image2.png"/><Relationship Id="rId15" Type="http://schemas.openxmlformats.org/officeDocument/2006/relationships/image" Target="../media/image16.png"/><Relationship Id="rId14" Type="http://schemas.openxmlformats.org/officeDocument/2006/relationships/image" Target="../media/image7.png"/><Relationship Id="rId17" Type="http://schemas.openxmlformats.org/officeDocument/2006/relationships/image" Target="../media/image9.png"/><Relationship Id="rId16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18" Type="http://schemas.openxmlformats.org/officeDocument/2006/relationships/image" Target="../media/image15.png"/><Relationship Id="rId7" Type="http://schemas.openxmlformats.org/officeDocument/2006/relationships/image" Target="../media/image4.pn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274325" y="307375"/>
            <a:ext cx="14692810" cy="1101598"/>
          </a:xfrm>
          <a:custGeom>
            <a:rect b="b" l="l" r="r" t="t"/>
            <a:pathLst>
              <a:path extrusionOk="0" h="1101598" w="14127702">
                <a:moveTo>
                  <a:pt x="0" y="0"/>
                </a:moveTo>
                <a:lnTo>
                  <a:pt x="14127702" y="0"/>
                </a:lnTo>
                <a:lnTo>
                  <a:pt x="14127702" y="1101598"/>
                </a:lnTo>
                <a:lnTo>
                  <a:pt x="0" y="1101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072" l="-953" r="-12923" t="-10072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91320" y="362859"/>
            <a:ext cx="610238" cy="832142"/>
          </a:xfrm>
          <a:custGeom>
            <a:rect b="b" l="l" r="r" t="t"/>
            <a:pathLst>
              <a:path extrusionOk="0" h="832142" w="610238">
                <a:moveTo>
                  <a:pt x="0" y="0"/>
                </a:moveTo>
                <a:lnTo>
                  <a:pt x="610237" y="0"/>
                </a:lnTo>
                <a:lnTo>
                  <a:pt x="610237" y="832142"/>
                </a:lnTo>
                <a:lnTo>
                  <a:pt x="0" y="832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4415789" y="372692"/>
            <a:ext cx="901250" cy="901250"/>
          </a:xfrm>
          <a:custGeom>
            <a:rect b="b" l="l" r="r" t="t"/>
            <a:pathLst>
              <a:path extrusionOk="0" h="901250" w="901250">
                <a:moveTo>
                  <a:pt x="0" y="0"/>
                </a:moveTo>
                <a:lnTo>
                  <a:pt x="901249" y="0"/>
                </a:lnTo>
                <a:lnTo>
                  <a:pt x="901249" y="901249"/>
                </a:lnTo>
                <a:lnTo>
                  <a:pt x="0" y="901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3628758" y="488306"/>
            <a:ext cx="1172861" cy="616220"/>
          </a:xfrm>
          <a:custGeom>
            <a:rect b="b" l="l" r="r" t="t"/>
            <a:pathLst>
              <a:path extrusionOk="0" h="616220" w="1172861">
                <a:moveTo>
                  <a:pt x="0" y="0"/>
                </a:moveTo>
                <a:lnTo>
                  <a:pt x="1172860" y="0"/>
                </a:lnTo>
                <a:lnTo>
                  <a:pt x="1172860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5926638" y="538306"/>
            <a:ext cx="1721890" cy="626142"/>
          </a:xfrm>
          <a:custGeom>
            <a:rect b="b" l="l" r="r" t="t"/>
            <a:pathLst>
              <a:path extrusionOk="0" h="626142" w="1721890">
                <a:moveTo>
                  <a:pt x="0" y="0"/>
                </a:moveTo>
                <a:lnTo>
                  <a:pt x="1721890" y="0"/>
                </a:lnTo>
                <a:lnTo>
                  <a:pt x="1721890" y="626142"/>
                </a:lnTo>
                <a:lnTo>
                  <a:pt x="0" y="626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56816" l="-72694" r="-73660" t="-17079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8258128" y="488306"/>
            <a:ext cx="1474047" cy="670021"/>
          </a:xfrm>
          <a:custGeom>
            <a:rect b="b" l="l" r="r" t="t"/>
            <a:pathLst>
              <a:path extrusionOk="0" h="670021" w="1474047">
                <a:moveTo>
                  <a:pt x="0" y="0"/>
                </a:moveTo>
                <a:lnTo>
                  <a:pt x="1474047" y="0"/>
                </a:lnTo>
                <a:lnTo>
                  <a:pt x="1474047" y="670021"/>
                </a:lnTo>
                <a:lnTo>
                  <a:pt x="0" y="670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91756" l="-16057" r="-11397" t="-88646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10341775" y="488306"/>
            <a:ext cx="2677383" cy="585678"/>
          </a:xfrm>
          <a:custGeom>
            <a:rect b="b" l="l" r="r" t="t"/>
            <a:pathLst>
              <a:path extrusionOk="0" h="585678" w="2677383">
                <a:moveTo>
                  <a:pt x="0" y="0"/>
                </a:moveTo>
                <a:lnTo>
                  <a:pt x="2677383" y="0"/>
                </a:lnTo>
                <a:lnTo>
                  <a:pt x="2677383" y="585677"/>
                </a:lnTo>
                <a:lnTo>
                  <a:pt x="0" y="585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2149315" y="481156"/>
            <a:ext cx="1655535" cy="461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2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MANIPAL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149315" y="833903"/>
            <a:ext cx="1655535" cy="30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3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ACADEMY OF HIGHER EDUCATION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2149315" y="1098287"/>
            <a:ext cx="1655535" cy="132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646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Institution of Embrace Diamant in the University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2144375" y="3869391"/>
            <a:ext cx="6143625" cy="6417609"/>
          </a:xfrm>
          <a:custGeom>
            <a:rect b="b" l="l" r="r" t="t"/>
            <a:pathLst>
              <a:path extrusionOk="0" h="6417609" w="6143625">
                <a:moveTo>
                  <a:pt x="0" y="0"/>
                </a:moveTo>
                <a:lnTo>
                  <a:pt x="6143625" y="0"/>
                </a:lnTo>
                <a:lnTo>
                  <a:pt x="6143625" y="6417609"/>
                </a:lnTo>
                <a:lnTo>
                  <a:pt x="0" y="6417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4932" l="0" r="0" t="0"/>
            </a:stretch>
          </a:blipFill>
          <a:ln>
            <a:noFill/>
          </a:ln>
        </p:spPr>
      </p:sp>
      <p:grpSp>
        <p:nvGrpSpPr>
          <p:cNvPr id="97" name="Google Shape;97;p1"/>
          <p:cNvGrpSpPr/>
          <p:nvPr/>
        </p:nvGrpSpPr>
        <p:grpSpPr>
          <a:xfrm>
            <a:off x="1028700" y="1593199"/>
            <a:ext cx="10533832" cy="4930312"/>
            <a:chOff x="0" y="-314325"/>
            <a:chExt cx="12613857" cy="6573749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382399" y="-314325"/>
              <a:ext cx="11904300" cy="33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468" u="none" cap="none" strike="noStrike">
                  <a:solidFill>
                    <a:srgbClr val="5DE0E6"/>
                  </a:solidFill>
                  <a:latin typeface="Times"/>
                  <a:ea typeface="Times"/>
                  <a:cs typeface="Times"/>
                  <a:sym typeface="Times"/>
                </a:rPr>
                <a:t>HackSprint</a:t>
              </a: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124439" y="2762951"/>
              <a:ext cx="8394485" cy="1047467"/>
            </a:xfrm>
            <a:custGeom>
              <a:rect b="b" l="l" r="r" t="t"/>
              <a:pathLst>
                <a:path extrusionOk="0" h="1047467" w="8394485">
                  <a:moveTo>
                    <a:pt x="0" y="0"/>
                  </a:moveTo>
                  <a:lnTo>
                    <a:pt x="8394485" y="0"/>
                  </a:lnTo>
                  <a:lnTo>
                    <a:pt x="8394485" y="1047467"/>
                  </a:lnTo>
                  <a:lnTo>
                    <a:pt x="0" y="1047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-1933" r="-1581" t="-18310"/>
              </a:stretch>
            </a:blipFill>
            <a:ln>
              <a:noFill/>
            </a:ln>
          </p:spPr>
        </p:sp>
        <p:sp>
          <p:nvSpPr>
            <p:cNvPr id="100" name="Google Shape;100;p1"/>
            <p:cNvSpPr/>
            <p:nvPr/>
          </p:nvSpPr>
          <p:spPr>
            <a:xfrm>
              <a:off x="0" y="3795665"/>
              <a:ext cx="12613857" cy="2463759"/>
            </a:xfrm>
            <a:custGeom>
              <a:rect b="b" l="l" r="r" t="t"/>
              <a:pathLst>
                <a:path extrusionOk="0" h="2463759" w="12613857">
                  <a:moveTo>
                    <a:pt x="0" y="0"/>
                  </a:moveTo>
                  <a:lnTo>
                    <a:pt x="12613857" y="0"/>
                  </a:lnTo>
                  <a:lnTo>
                    <a:pt x="12613857" y="2463759"/>
                  </a:lnTo>
                  <a:lnTo>
                    <a:pt x="0" y="24637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1" name="Google Shape;101;p1"/>
            <p:cNvSpPr/>
            <p:nvPr/>
          </p:nvSpPr>
          <p:spPr>
            <a:xfrm>
              <a:off x="3083387" y="4400540"/>
              <a:ext cx="575369" cy="1239256"/>
            </a:xfrm>
            <a:custGeom>
              <a:rect b="b" l="l" r="r" t="t"/>
              <a:pathLst>
                <a:path extrusionOk="0" h="1239256" w="575369">
                  <a:moveTo>
                    <a:pt x="0" y="0"/>
                  </a:moveTo>
                  <a:lnTo>
                    <a:pt x="575369" y="0"/>
                  </a:lnTo>
                  <a:lnTo>
                    <a:pt x="575369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2" name="Google Shape;102;p1"/>
            <p:cNvSpPr/>
            <p:nvPr/>
          </p:nvSpPr>
          <p:spPr>
            <a:xfrm>
              <a:off x="8689546" y="4400540"/>
              <a:ext cx="73765" cy="1239256"/>
            </a:xfrm>
            <a:custGeom>
              <a:rect b="b" l="l" r="r" t="t"/>
              <a:pathLst>
                <a:path extrusionOk="0" h="1239256" w="73765">
                  <a:moveTo>
                    <a:pt x="0" y="0"/>
                  </a:moveTo>
                  <a:lnTo>
                    <a:pt x="73765" y="0"/>
                  </a:lnTo>
                  <a:lnTo>
                    <a:pt x="73765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-20000" r="-280000" t="0"/>
              </a:stretch>
            </a:blipFill>
            <a:ln>
              <a:noFill/>
            </a:ln>
          </p:spPr>
        </p:sp>
        <p:sp>
          <p:nvSpPr>
            <p:cNvPr id="103" name="Google Shape;103;p1"/>
            <p:cNvSpPr txBox="1"/>
            <p:nvPr/>
          </p:nvSpPr>
          <p:spPr>
            <a:xfrm>
              <a:off x="2436968" y="2920863"/>
              <a:ext cx="7221300" cy="7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20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24-Hour Hackathon</a:t>
              </a: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865835" y="4393321"/>
              <a:ext cx="2417100" cy="10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938" u="none" cap="none" strike="noStrike">
                  <a:solidFill>
                    <a:srgbClr val="5DE0E6"/>
                  </a:solidFill>
                  <a:latin typeface="Arial"/>
                  <a:ea typeface="Arial"/>
                  <a:cs typeface="Arial"/>
                  <a:sym typeface="Arial"/>
                </a:rPr>
                <a:t>17-18</a:t>
              </a:r>
              <a:endParaRPr/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4400894" y="4940029"/>
              <a:ext cx="3474600" cy="7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44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Manipal Academy of Higher Education (MAHE)</a:t>
              </a:r>
              <a:endParaRPr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1047112" y="5438889"/>
              <a:ext cx="13899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2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OCTOBER</a:t>
              </a:r>
              <a:endParaRPr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4974964" y="4461918"/>
              <a:ext cx="22962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VENUE DETAILS</a:t>
              </a:r>
              <a:endParaRPr/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10141600" y="4781941"/>
              <a:ext cx="16317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SATURDAY</a:t>
              </a:r>
              <a:endParaRPr/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9416458" y="5168176"/>
              <a:ext cx="24171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09 A.M. Onwards</a:t>
              </a:r>
              <a:endParaRPr/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1166813" y="8715375"/>
            <a:ext cx="14049375" cy="1085850"/>
            <a:chOff x="0" y="0"/>
            <a:chExt cx="18732500" cy="1447800"/>
          </a:xfrm>
        </p:grpSpPr>
        <p:sp>
          <p:nvSpPr>
            <p:cNvPr id="111" name="Google Shape;111;p1"/>
            <p:cNvSpPr/>
            <p:nvPr/>
          </p:nvSpPr>
          <p:spPr>
            <a:xfrm>
              <a:off x="0" y="0"/>
              <a:ext cx="18732500" cy="1447800"/>
            </a:xfrm>
            <a:custGeom>
              <a:rect b="b" l="l" r="r" t="t"/>
              <a:pathLst>
                <a:path extrusionOk="0" h="1447800" w="18732500">
                  <a:moveTo>
                    <a:pt x="0" y="0"/>
                  </a:moveTo>
                  <a:lnTo>
                    <a:pt x="18732500" y="0"/>
                  </a:lnTo>
                  <a:lnTo>
                    <a:pt x="187325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-18422" l="-542" r="-1084" t="-9649"/>
              </a:stretch>
            </a:blipFill>
            <a:ln>
              <a:noFill/>
            </a:ln>
          </p:spPr>
        </p:sp>
        <p:sp>
          <p:nvSpPr>
            <p:cNvPr id="112" name="Google Shape;112;p1"/>
            <p:cNvSpPr/>
            <p:nvPr/>
          </p:nvSpPr>
          <p:spPr>
            <a:xfrm>
              <a:off x="10927848" y="480123"/>
              <a:ext cx="2629904" cy="575802"/>
            </a:xfrm>
            <a:custGeom>
              <a:rect b="b" l="l" r="r" t="t"/>
              <a:pathLst>
                <a:path extrusionOk="0" h="575802" w="2629904">
                  <a:moveTo>
                    <a:pt x="0" y="0"/>
                  </a:moveTo>
                  <a:lnTo>
                    <a:pt x="2629904" y="0"/>
                  </a:lnTo>
                  <a:lnTo>
                    <a:pt x="2629904" y="575802"/>
                  </a:lnTo>
                  <a:lnTo>
                    <a:pt x="0" y="5758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3" name="Google Shape;113;p1"/>
            <p:cNvSpPr txBox="1"/>
            <p:nvPr/>
          </p:nvSpPr>
          <p:spPr>
            <a:xfrm>
              <a:off x="1372006" y="226089"/>
              <a:ext cx="1664614" cy="82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4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REGISTER NOW</a:t>
              </a:r>
              <a:endParaRPr/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7172147" y="252779"/>
              <a:ext cx="1742643" cy="766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Team Size</a:t>
              </a:r>
              <a:endParaRPr/>
            </a:p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1-4 Members</a:t>
              </a:r>
              <a:endParaRPr/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12429346" y="130153"/>
              <a:ext cx="2139716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0" u="none" cap="none" strike="noStrike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ORGANIZED BY:</a:t>
              </a: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14501941" y="232228"/>
              <a:ext cx="721119" cy="983344"/>
            </a:xfrm>
            <a:custGeom>
              <a:rect b="b" l="l" r="r" t="t"/>
              <a:pathLst>
                <a:path extrusionOk="0" h="983344" w="721119">
                  <a:moveTo>
                    <a:pt x="0" y="0"/>
                  </a:moveTo>
                  <a:lnTo>
                    <a:pt x="721119" y="0"/>
                  </a:lnTo>
                  <a:lnTo>
                    <a:pt x="721119" y="983344"/>
                  </a:lnTo>
                  <a:lnTo>
                    <a:pt x="0" y="9833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15125170" y="469001"/>
              <a:ext cx="1260579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14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MANIPAL</a:t>
              </a:r>
              <a:endParaRPr/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15125170" y="762871"/>
              <a:ext cx="1956349" cy="333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29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ACADEMY OF HIGHER EDUCATION</a:t>
              </a: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15125170" y="1075295"/>
              <a:ext cx="1956349" cy="138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99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573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Institution of Embrace Diamant in the University</a:t>
              </a:r>
              <a:endParaRPr/>
            </a:p>
          </p:txBody>
        </p:sp>
      </p:grpSp>
      <p:sp>
        <p:nvSpPr>
          <p:cNvPr id="120" name="Google Shape;120;p1"/>
          <p:cNvSpPr txBox="1"/>
          <p:nvPr/>
        </p:nvSpPr>
        <p:spPr>
          <a:xfrm>
            <a:off x="1591320" y="6523502"/>
            <a:ext cx="2051923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YOUR NAME: </a:t>
            </a:r>
            <a:endParaRPr/>
          </a:p>
          <a:p>
            <a:pPr indent="0" lvl="0" marL="0" marR="0" rtl="0" algn="just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2" u="none" cap="none" strike="noStrik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just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TEAM NAME: </a:t>
            </a:r>
            <a:endParaRPr/>
          </a:p>
          <a:p>
            <a:pPr indent="0" lvl="0" marL="0" marR="0" rtl="0" algn="just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2" u="none" cap="none" strike="noStrik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just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TRACK NO: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7685837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3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Tech Stack &amp; 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Data Flow Diagram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53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6"/>
          <p:cNvSpPr txBox="1"/>
          <p:nvPr/>
        </p:nvSpPr>
        <p:spPr>
          <a:xfrm>
            <a:off x="1028700" y="866775"/>
            <a:ext cx="10751308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Screenshot of Your Project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1028700" y="866775"/>
            <a:ext cx="5533771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Others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7685837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7685837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53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6"/>
          <p:cNvSpPr txBox="1"/>
          <p:nvPr/>
        </p:nvSpPr>
        <p:spPr>
          <a:xfrm>
            <a:off x="1028700" y="866775"/>
            <a:ext cx="10751308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Screenshot of Your Project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53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6"/>
          <p:cNvSpPr txBox="1"/>
          <p:nvPr/>
        </p:nvSpPr>
        <p:spPr>
          <a:xfrm>
            <a:off x="1028700" y="866775"/>
            <a:ext cx="10751308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Screenshot of Your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